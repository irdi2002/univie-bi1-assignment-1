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37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'We're asking whether FIFA rankings are actually predictive. We checked using 26,500 international matches from 1993 to 2024.' Don't pause,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seconds: rankings touch a lot of decisions, but nobody really audits them. That's the gap we step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Kaggle datasets — match results back to 1872, FIFA rankings back to 1992. Each row in our fact table is one match between two teams with their rankings attached at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seconds. Four questions, each on a different dimension cut. Q1 = tournament type. Q2 = year. Q3 = confederation. Q4 = ranking gap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source datasets normalized to 3NF. Country and Tournament factored out on the left. Confederation factored out on the right to avoid a transitive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Grain is one match. dim_country plays two roles — home and away. Confederation moved into dim_country for simpler queries. Standard OLAP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 problems: country naming and time alignment. Country fix uses a mapping CSV with audit notes. Time fix uses merge_asof to grab most recent ranking — never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Tableau here. Show one live filter — pick FIFA World Cup or a decade — and let the four charts respond. Switch back to slides for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finding. 13pp gap between qualifiers (62%) and friendlies (49%). Friendlies are basically random. Rankings work when stakes force teams to play their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 slope -0.03 pp/year, p=0.55, R²=0.01. Statistically no decline. Only real movement is the 2020 COVID dip. Narrative doesn't survive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finding. Filter is neutral venues only — controls for home advantage. CAF beats UEFA 20pp more than predicted. AFC similar. Likely cause: UEFA teams rack up points in a strong regional pool. If asked why neutral: home advantage is a separate effect we measure in Q2; including home matches would mix two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50% for close matches because draws count as ranking failed. Above 70% for big mismatches. Two top-20 teams: rankings give no edge. Means tournament seeding between elite teams is basically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down. Read the green box: rankings tell strong from weak, but can't separate similar teams, and they underrate AFC and CAF. That's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honest limitations. Repo link on slide. Wait for questions, don't fill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rdi2002/UniVie-BI1-Assignment-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VIENNA  ·  BUSINESS INTELLIGENCE 1  ·  SUMMER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FIFA Rankings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4A8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Predictive?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4840" y="3931920"/>
            <a:ext cx="10881360" cy="2103120"/>
          </a:xfrm>
          <a:prstGeom prst="rect">
            <a:avLst/>
          </a:prstGeom>
          <a:solidFill>
            <a:srgbClr val="0A1A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Faik Koprenca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4892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12449192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4526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Irdi Kuka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4660" y="4892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12407107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63506" y="4572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Oladimeji Rahiim Aremu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4892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12446645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0920" y="4526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 Ceni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4892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12449250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0" y="4526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 Jaupi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4892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12448983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decide things, but nobody checks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drive tournament seeding, World Cup qualification slots, and billions in betting markets. But they're rarely tested against what actually happens.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3657600" cy="219456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36576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rankings for seeding and qualification slots.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3200400"/>
            <a:ext cx="3657600" cy="219456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361688" y="3200400"/>
            <a:ext cx="36576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36008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Bookmakers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6008" y="3931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odds based on the ranking signal.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66176" y="3200400"/>
            <a:ext cx="3657600" cy="219456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8266176" y="3200400"/>
            <a:ext cx="36576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540496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0496" y="3931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sports analytics work.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TOPIC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public datasets joined on country and 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943600" cy="201168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91440" cy="2011680"/>
          </a:xfrm>
          <a:prstGeom prst="rect">
            <a:avLst/>
          </a:prstGeom>
          <a:solidFill>
            <a:srgbClr val="4A8C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Football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martj42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49,287 matches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home_team, away_team, scores, tournament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5943600" cy="201168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91440" cy="2011680"/>
          </a:xfrm>
          <a:prstGeom prst="rect">
            <a:avLst/>
          </a:prstGeom>
          <a:solidFill>
            <a:srgbClr val="4A8C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Ranking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cashncarry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67,472 monthly snapshots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country, total_points, confederation, rank_date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783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match between two national teams on a specific date in a specific tournament, with both teams' FIFA ranking at the time.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38862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country and date. Each match gets the most recent ranking that was available before kickoff.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ANALYTICAL FOCUS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questions, four dimension combos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" cy="2286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80160" y="1463040"/>
            <a:ext cx="4572000" cy="228600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Type × Date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rankings predict outcomes across tournament types?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when to trust rankings and when they fail.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822960" cy="2286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32320" y="1463040"/>
            <a:ext cx="4572000" cy="228600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× Match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home advantage changed over time?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697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if 'globalization killed home advantage' is real.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" cy="2286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280160" y="4023360"/>
            <a:ext cx="4572000" cy="228600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46304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Confederation × Confederation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confederations beat or underperform their ranking?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259525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where the ranking model has blind spots.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822960" cy="2286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132320" y="4023360"/>
            <a:ext cx="4572000" cy="2286000"/>
          </a:xfrm>
          <a:prstGeom prst="rect">
            <a:avLst/>
          </a:prstGeom>
          <a:solidFill>
            <a:srgbClr val="F5F1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31520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Gap × Top-20 Tier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are rankings reliable, and when do they fail?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5252193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big gaps but unreliable for close matchups.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DATA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 datasets in 3NF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dataset</a:t>
            </a:r>
            <a:endParaRPr lang="en-US" sz="1200" dirty="0"/>
          </a:p>
        </p:txBody>
      </p:sp>
      <p:pic>
        <p:nvPicPr>
          <p:cNvPr id="5" name="Image 0" descr="/home/claude/v3/images/er_mat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548640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and Tournament split out as their own entities.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dataset</a:t>
            </a:r>
            <a:endParaRPr lang="en-US" sz="1200" dirty="0"/>
          </a:p>
        </p:txBody>
      </p:sp>
      <p:pic>
        <p:nvPicPr>
          <p:cNvPr id="8" name="Image 1" descr="/home/claude/v3/images/er_rank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743200"/>
            <a:ext cx="548640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Confederation split out so it doesn't depend on country.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STAR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table, four dimensions</a:t>
            </a:r>
            <a:endParaRPr lang="en-US" sz="3000" dirty="0"/>
          </a:p>
        </p:txBody>
      </p:sp>
      <p:pic>
        <p:nvPicPr>
          <p:cNvPr id="4" name="Image 0" descr="/home/claude/v3/images/star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8580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808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21762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match. With both rankings attached.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country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33649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dim_country joins twice: home and away.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Confederation denormalized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45537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into dim_country to keep queries simple.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ETL, runs end-to-end with one command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0312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97480" y="1554480"/>
            <a:ext cx="210312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697480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2103120" cy="6400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937760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78040" y="1554480"/>
            <a:ext cx="210312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178040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18320" y="1554480"/>
            <a:ext cx="210312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418320" y="17190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inputs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map countries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 join rankings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dimensions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star schema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PROBLEMS WE HAD TO SOLVE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91440" cy="1097280"/>
          </a:xfrm>
          <a:prstGeom prst="rect">
            <a:avLst/>
          </a:prstGeom>
          <a:solidFill>
            <a:srgbClr val="4A8C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85800" y="35935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names didn't match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90448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country names were different between the two datasets — Iran vs IR Iran, USA vs United States, Czech Republic vs Czechia. We fixed them with a mapping CSV that documents every rename.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91440" cy="1097280"/>
          </a:xfrm>
          <a:prstGeom prst="rect">
            <a:avLst/>
          </a:prstGeom>
          <a:solidFill>
            <a:srgbClr val="4A8C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85800" y="48737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are monthly, matches are daily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1846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join on equal dates would lose most matches. We used merge_asof to grab the most recent ranking before each match — never a future one.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charts, one question each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418320" y="1417320"/>
            <a:ext cx="2286000" cy="5029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9992839" y="253896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0" y="28316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Tableau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0" y="28346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D9F69B-2FF8-ACEE-43B2-551CE471B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05" y="1691640"/>
            <a:ext cx="8974795" cy="42760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are a coin flip in friendlies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11414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 pp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87680" y="2770805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qualifiers (61.8%) and friendlies (48.9%)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0" y="151278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853826"/>
            <a:ext cx="6400800" cy="49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pick the winner correctly 62% of the time in qualifiers, but only 49% in friendlies basically a coin flip. World Cup and Continental tournaments sit in the middle at around 54%.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28380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31762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models that trust rankings too much lose money on friendlies. Rankings work when teams play hard, not when they rest starters.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3DE47A-61E2-D3DF-F490-F1EC1841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0" y="3795046"/>
            <a:ext cx="10731260" cy="2493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hasn't actually declined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8189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31-year trend is statistically flat (R² = 0.01)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546319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teams win around 50–51% of the time across all 31 years. The 2020 dip to 44% was the COVID empty stadium effect, but that recovered within two years.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197415"/>
            <a:ext cx="5029200" cy="487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'home advantage is dying'  isn't in the data. This makes it so that hosts don’t need to change fees over an  imaginary claim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5F079B-5F0E-465F-33FF-6FD6DE65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169" y="1889185"/>
            <a:ext cx="6518831" cy="3642935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10FDB94E-ADD7-B2F2-F3AC-384A4FAFB281}"/>
              </a:ext>
            </a:extLst>
          </p:cNvPr>
          <p:cNvSpPr/>
          <p:nvPr/>
        </p:nvSpPr>
        <p:spPr>
          <a:xfrm>
            <a:off x="388189" y="1620904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0.81</a:t>
            </a:r>
            <a:endParaRPr lang="en-US" sz="6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underrate African and Asian teams across the 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39315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Confederations that consistently beat their ranking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31125" y="2115027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2544931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AFC and CAF columns are positive against almost every opponent, both confederations beat their FIFA ranking expectations by 10 to 24pp. UEFA and CONMEBOL are rated within a few points of each other. And the matches between OFC and other confederations are mostly noise, there weren’t a lot of matches played so the results are a bit misleading.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34000" y="433505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4759194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probably overweight regional strength. UEFA teams rack up points against strong neighbors; CAF and AFC teams have fewer strong neighbors. Cross-continental forecasts that ignore confederation will undervalue AFC and CAF teams.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39C4AC-F0BE-F1EF-456A-93F15FC2D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70811"/>
            <a:ext cx="4801270" cy="21338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only predict when the gap is wide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accuracy for close matchups is below a coin flip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close matchups (gap ≤5), rankings only get it right 37–44%, below 50% because draws cluster here. For big mismatches (gap &gt;60), accuracy jumps to 73–80%. Between two top 20 teams, rankings barely beat chance.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can separate strong teams from weak ones. They can't tell similar teams apart. Tournament seeding between top teams is basically random.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B2582B-20B7-C0BF-07E5-A3453A22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992" y="1351759"/>
            <a:ext cx="2730303" cy="5132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rankings actually do and don't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9927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A8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WHEN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888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8C6F"/>
                </a:solidFill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wide (&gt;60): 73 - 80%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660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8C6F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are important (qualifiers): 62% accuracy, or teams play in major tournaments (World Cup, Continental): 54% accuracy.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555161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8C6F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matchup involves a clearly stronger team: 70%+ accuracy when gap &gt;30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524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WHEN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5398" y="197739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057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friendly (49% - basically random)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15398" y="27660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834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 or CAF play international matches</a:t>
            </a: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15398" y="355473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</a:rPr>
              <a:t>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611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are top 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solidFill>
            <a:srgbClr val="4A8C6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tell strong teams from weak ones.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tell similar teams apart, and they underrate AFC and CAF.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repo,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WE KNOW ABOUT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1993 and post 2024 matches dropped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only cover 1992-06 to 2024-06.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Knockout flag is tournament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split group vs knockout per match. Basically, removed the group stage/quarter-final etc. and just kept the matches on a tournament level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OFC results are noisy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neutral cross confederation matches.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/>
              </a:rPr>
              <a:t>GitHub Repository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raw + clean CSVs, Tableau workbook.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453154"/>
            <a:ext cx="5486400" cy="2743200"/>
          </a:xfrm>
          <a:prstGeom prst="rect">
            <a:avLst/>
          </a:prstGeom>
          <a:solidFill>
            <a:srgbClr val="0F22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0" y="3931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583680" y="4937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Assignment 1 · University of Vienna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Office PowerPoint</Application>
  <PresentationFormat>Widescreen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 FIFA Rankings Actually Predictive?</dc:title>
  <dc:subject>PptxGenJS Presentation</dc:subject>
  <dc:creator>BI Group 1</dc:creator>
  <cp:lastModifiedBy>Irdi Kuka</cp:lastModifiedBy>
  <cp:revision>17</cp:revision>
  <dcterms:created xsi:type="dcterms:W3CDTF">2026-05-14T13:18:33Z</dcterms:created>
  <dcterms:modified xsi:type="dcterms:W3CDTF">2026-05-14T17:01:26Z</dcterms:modified>
</cp:coreProperties>
</file>